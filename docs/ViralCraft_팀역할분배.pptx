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FF6321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474720"/>
            <a:ext cx="4572000" cy="4572000"/>
          </a:xfrm>
          <a:prstGeom prst="ellipse">
            <a:avLst/>
          </a:prstGeom>
          <a:solidFill>
            <a:srgbClr val="FF6321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97280"/>
            <a:ext cx="4754880" cy="365760"/>
          </a:xfrm>
          <a:prstGeom prst="roundRect">
            <a:avLst>
              <a:gd name="adj" fmla="val 50000"/>
            </a:avLst>
          </a:prstGeom>
          <a:solidFill>
            <a:srgbClr val="FF632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킥오프 · 무엇을 만들고, 누가 무엇을 하나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ViralCraft AI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영상을 컴퓨터비전으로 분석해 바이럴 리메이크 전략을 만드는 AI 스튜디오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상명대 소프트웨어학과 · 컴퓨터비전 팀 프로젝트   |   github.com/iluv4/viralcraft-ai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만드는 것 (한눈에)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109728" cy="1371600"/>
          </a:xfrm>
          <a:prstGeom prst="rect">
            <a:avLst/>
          </a:prstGeom>
          <a:solidFill>
            <a:srgbClr val="FF632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54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200400" y="1554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숏폼 영상을 넣으면 → 흥행 요소를 분석하고 → 한국형 리메이크 대본·스토리보드를 만들어주는 웹앱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926080"/>
            <a:ext cx="109728" cy="1371600"/>
          </a:xfrm>
          <a:prstGeom prst="rect">
            <a:avLst/>
          </a:prstGeom>
          <a:solidFill>
            <a:srgbClr val="FF632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200400" y="310896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성공하는 숏폼엔 공식(훅·템포·CTA)이 있는데, 분석·기획에 시간이 너무 든다. 그걸 AI가 5분으로 압축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4480560"/>
            <a:ext cx="109728" cy="1371600"/>
          </a:xfrm>
          <a:prstGeom prst="rect">
            <a:avLst/>
          </a:prstGeom>
          <a:solidFill>
            <a:srgbClr val="FF6321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6634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우리만의 차별점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200400" y="46634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API 호출이 아니라, 영상에서 컴퓨터비전으로 '진짜 정보'를 뽑아낸다 (수업 핵심)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632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흐름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영상을 넣으면 이렇게 흘러간다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영상 입력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릴스/쇼츠 영상 업로드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321"/>
                </a:solidFill>
              </a:rPr>
              <a:t>▶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20440" y="23774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컴퓨터비전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9040" y="33832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장면전환·모션·대표 프레임을 뽑아냄 (OpenCV)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16168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321"/>
                </a:solidFill>
              </a:rPr>
              <a:t>▶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63640" y="23774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AI 분석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33832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프레임만 Gemini에 전달 → 빠르고 정확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59368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321"/>
                </a:solidFill>
              </a:rPr>
              <a:t>▶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006840" y="23774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결과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35440" y="33832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훅·템포·리메이크 대본·스토리보드·TTS 제공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포인트: 영상 전체가 아니라 'CV로 고른 핵심 프레임 몇 장'만 AI에 보내서 빠르고 싸다.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상태 (어디까지 됐나)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6002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프론트(웹화면) Vercel 배포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0" y="16002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viralcraft-extracted.vercel.app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88036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803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27432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CV+AI 코드 작성 (backend/)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0" y="27432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OpenCV 파이프라인·실험 하네스 포함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02336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233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38862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레포 + 발표자료 PPT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63840" y="38862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github.com/iluv4/viralcraft-ai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516636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FF632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663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50292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실행/연동 + 실험 데이터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863840" y="50292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역할에서 진행 (다음 장)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분배 (4명 기준 · 3명이면 D 분담)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45920"/>
            <a:ext cx="685800" cy="685800"/>
          </a:xfrm>
          <a:prstGeom prst="ellipse">
            <a:avLst/>
          </a:prstGeom>
          <a:solidFill>
            <a:srgbClr val="FF632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83080" y="1664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 엔지니어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21214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영상에서 정보 추출하는 OpenCV 코드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프레임추출·샷경계검출·옵티컬플로우·키프레임 선정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3716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645920"/>
            <a:ext cx="685800" cy="685800"/>
          </a:xfrm>
          <a:prstGeom prst="ellipse">
            <a:avLst/>
          </a:prstGeom>
          <a:solidFill>
            <a:srgbClr val="FF6321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98080" y="1664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/ 프롬프트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0" y="21214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 잘 물어보고 실험으로 증명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0" y="2651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최적화·프롬프트 실험 하네스 돌리기·결과 정리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886200"/>
            <a:ext cx="685800" cy="685800"/>
          </a:xfrm>
          <a:prstGeom prst="ellipse">
            <a:avLst/>
          </a:prstGeom>
          <a:solidFill>
            <a:srgbClr val="FF632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86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83080" y="39044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 / 풀스택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4361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웹화면 + 백엔드 연결 + 배포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0120" y="4892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UI에 CV결과 시각화·프론트↔백엔드 연동·버그수정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5080" y="361188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29400" y="3886200"/>
            <a:ext cx="685800" cy="685800"/>
          </a:xfrm>
          <a:prstGeom prst="ellipse">
            <a:avLst/>
          </a:prstGeom>
          <a:solidFill>
            <a:srgbClr val="FF6321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3886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498080" y="39044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/ 발표 / QA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0" y="4361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문서·발표·테스트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75120" y="4892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PPT·데모 시나리오·실험 데이터 표 정리·테스트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F632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이것만 하면 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할 일 (단계별)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10652760" cy="896112"/>
          </a:xfrm>
          <a:prstGeom prst="roundRect">
            <a:avLst>
              <a:gd name="adj" fmla="val 8163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3969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CV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2139696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backend/ 에서 cv_pipeline.py 검증 → 샘플영상으로 컷·키프레임 정확도 확인 → 지표 그래프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063240"/>
            <a:ext cx="10652760" cy="896112"/>
          </a:xfrm>
          <a:prstGeom prst="roundRect">
            <a:avLst>
              <a:gd name="adj" fmla="val 816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19125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AI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3191256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run_harness.py 로 프롬프트 실험 3~5회 → results.csv 정리 → 최적 조합 결론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114800"/>
            <a:ext cx="10652760" cy="896112"/>
          </a:xfrm>
          <a:prstGeom prst="roundRect">
            <a:avLst>
              <a:gd name="adj" fmla="val 8163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24281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· 프론트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4242816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Firebase 승인도메인 추가 → src/services 를 백엔드 호출로 교체 → 재배포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5166360"/>
            <a:ext cx="10652760" cy="896112"/>
          </a:xfrm>
          <a:prstGeom prst="roundRect">
            <a:avLst>
              <a:gd name="adj" fmla="val 8163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29437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3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· 기획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5294376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 수치 실측값 교체 → 데모 시나리오·녹화 → 테스트 체크리스트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— 오늘(5/24) → 기말 2주차(6/12)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1554480" cy="1417320"/>
          </a:xfrm>
          <a:prstGeom prst="rect">
            <a:avLst/>
          </a:prstGeom>
          <a:solidFill>
            <a:srgbClr val="13151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5/24–5/31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157276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0" y="2084832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 기본동작 확인 · 백엔드 실행 · 프론트↔백엔드 연결 준비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971800"/>
            <a:ext cx="1554480" cy="1417320"/>
          </a:xfrm>
          <a:prstGeom prst="rect">
            <a:avLst/>
          </a:prstGeom>
          <a:solidFill>
            <a:srgbClr val="13151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6/1–6/7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317296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+ 실험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77440" y="3685032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옵티컬플로우·키프레임 완성 · 속도 측정 · 프롬프트 실험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572000"/>
            <a:ext cx="1554480" cy="1417320"/>
          </a:xfrm>
          <a:prstGeom prst="rect">
            <a:avLst/>
          </a:prstGeom>
          <a:solidFill>
            <a:srgbClr val="FF632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00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6/8–6/12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477316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5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통합·발표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377440" y="5285232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합치기 · 실험결론 · 발표자료·데모 (기말이라 코드 최소)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FF632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1887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F632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'컴퓨터비전'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데모는 노트북 로컬 실행이 제일 안전 (배포는 옵션)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핵심 = 샷경계·모션·키프레임 + 속도·실험 그래프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GitHub 레포 docs/ 폴더에 다 정리돼 있음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github.com/iluv4/viralcraft-ai   ·   docs/ 폴더: 계획·CV설계·실험·배포 가이드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ViralCraft AI — 팀 킥오프 &amp; 역할 분배</dc:title>
  <dc:subject>PptxGenJS Presentation</dc:subject>
  <dc:creator>ViralCraft AI Team</dc:creator>
  <cp:lastModifiedBy>ViralCraft AI Team</cp:lastModifiedBy>
  <cp:revision>1</cp:revision>
  <dcterms:created xsi:type="dcterms:W3CDTF">2026-05-24T13:37:47Z</dcterms:created>
  <dcterms:modified xsi:type="dcterms:W3CDTF">2026-05-24T13:37:47Z</dcterms:modified>
</cp:coreProperties>
</file>