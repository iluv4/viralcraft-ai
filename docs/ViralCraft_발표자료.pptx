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지연(초)</c:v>
                </c:pt>
              </c:strCache>
            </c:strRef>
          </c:tx>
          <c:spPr>
            <a:solidFill>
              <a:srgbClr val="FF63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151A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전체 영상</c:v>
                  </c:pt>
                  <c:pt idx="1">
                    <c:v>키프레임 8장</c:v>
                  </c:pt>
                  <c:pt idx="2">
                    <c:v>키프레임 4장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5.1</c:v>
                </c:pt>
                <c:pt idx="2">
                  <c:v>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3151A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7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FF6321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474720"/>
            <a:ext cx="4572000" cy="4572000"/>
          </a:xfrm>
          <a:prstGeom prst="ellipse">
            <a:avLst/>
          </a:prstGeom>
          <a:solidFill>
            <a:srgbClr val="FF6321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9728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FF632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상명대학교 소프트웨어학과 · 컴퓨터비전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ViralCraft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영상을 '컴퓨터비전'으로 해체하여 바이럴 공식을 추출하는 AI 스튜디오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한 줄  </a:t>
            </a:r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API만 호출하던 구조 →  CV로 진짜 정보를 뽑아 키프레임만 AI에 전달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github.com/iluv4/viralcraft-ai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코드의 문제 — 왜 점수가 안 나오나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ViralCraft는 영상/링크를 Gemini API에 '그대로' 던진다. 컴퓨터비전이 없다.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109728" cy="1920240"/>
          </a:xfrm>
          <a:prstGeom prst="rect">
            <a:avLst/>
          </a:prstGeom>
          <a:solidFill>
            <a:srgbClr val="FF632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84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분석 = 환각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URL을 텍스트로만 전달 → 모델이 영상을 실제로 보지 못함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828800"/>
            <a:ext cx="109728" cy="1920240"/>
          </a:xfrm>
          <a:prstGeom prst="rect">
            <a:avLst/>
          </a:prstGeom>
          <a:solidFill>
            <a:srgbClr val="FF6321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084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'템포·핵심장면'이 가짜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651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keyTimestamps·tempo를 모델이 지어낸 텍스트로 출력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023360"/>
            <a:ext cx="109728" cy="1920240"/>
          </a:xfrm>
          <a:prstGeom prst="rect">
            <a:avLst/>
          </a:prstGeom>
          <a:solidFill>
            <a:srgbClr val="FF6321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279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느리고 비싸다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4846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영상 전체를 업로드 → 지연·토큰 낭비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402336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4023360"/>
            <a:ext cx="109728" cy="1920240"/>
          </a:xfrm>
          <a:prstGeom prst="rect">
            <a:avLst/>
          </a:prstGeom>
          <a:solidFill>
            <a:srgbClr val="FF6321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4279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노출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4846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vite가 GEMINI 키를 브라우저 번들에 주입 → 도용 위험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F632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재정의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영상에서 CV로 진짜 정보를 뽑고,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키프레임만 AI에 보낸다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338328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3703320"/>
            <a:ext cx="548640" cy="548640"/>
          </a:xfrm>
          <a:prstGeom prst="ellipse">
            <a:avLst/>
          </a:prstGeom>
          <a:solidFill>
            <a:srgbClr val="FF632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 콘텐츠 확보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9377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샷경계·옵티컬플로우·키프레임 = 수업 평가의 본체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338328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3703320"/>
            <a:ext cx="548640" cy="548640"/>
          </a:xfrm>
          <a:prstGeom prst="ellipse">
            <a:avLst/>
          </a:prstGeom>
          <a:solidFill>
            <a:srgbClr val="FF6321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속도·비용 절감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49377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전체영상 대신 키프레임 N장만 전송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01000" y="338328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3703320"/>
            <a:ext cx="548640" cy="548640"/>
          </a:xfrm>
          <a:prstGeom prst="ellipse">
            <a:avLst/>
          </a:prstGeom>
          <a:solidFill>
            <a:srgbClr val="FF6321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제거 + 보안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49377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 측정값으로 그라운딩 + 키를 서버에 은닉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아키텍처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(프론트)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· 결과 시각화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타임라인 · 모션 그래프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0" y="18288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3151A"/>
          </a:solidFill>
          <a:ln w="12700">
            <a:solidFill>
              <a:srgbClr val="1315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+ OpenCV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09160" y="274320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프레임추출 ② 샷경계검출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옵티컬플로우 ④ 키프레임선정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18288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039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(서버 호출)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03920" y="274320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키프레임 N장 + 메타로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분석·전략·이미지·TTS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77640" y="2697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321"/>
                </a:solidFill>
              </a:rPr>
              <a:t>▶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0" y="2697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321"/>
                </a:solidFill>
              </a:rPr>
              <a:t>▶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1E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46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효과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CV를 백엔드(Python/OpenCV)에 두어 ① 컴퓨터비전 코드가 깔끔하고 ② 영상 전체 전송을 없애 빠르며 ③ API 키가 클라이언트에서 사라진다.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컴퓨터비전 파이프라인 (실제 구현됨)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backend/app/cv_pipeline.py · OpenCV + NumPy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FF632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추출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1837944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간격(3fps)으로 샘플링 + 다운스케일(480px) → 속도↑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90672"/>
            <a:ext cx="566928" cy="566928"/>
          </a:xfrm>
          <a:prstGeom prst="ellipse">
            <a:avLst/>
          </a:prstGeom>
          <a:solidFill>
            <a:srgbClr val="FF632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90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00837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샷 경계 검출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3008376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인접 프레임 HSV 히스토그램 χ² 거리 &gt; (mean+k·std) → 컷 검출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32504"/>
            <a:ext cx="108813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61104"/>
            <a:ext cx="566928" cy="566928"/>
          </a:xfrm>
          <a:prstGeom prst="ellipse">
            <a:avLst/>
          </a:prstGeom>
          <a:solidFill>
            <a:srgbClr val="FF632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61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1788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모션·템포 정량화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54880" y="417880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Farneback 옵티컬 플로우 평균 크기 + 컷 빈도 → 템포 '수치화'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202936"/>
            <a:ext cx="108813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431536"/>
            <a:ext cx="566928" cy="566928"/>
          </a:xfrm>
          <a:prstGeom prst="ellipse">
            <a:avLst/>
          </a:prstGeom>
          <a:solidFill>
            <a:srgbClr val="FF632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431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5349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키프레임 선정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54880" y="5349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샷별 Laplacian 선명도 + colorfulness 가중합 최대 프레임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속도·비용 최적화 (F5)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전체 vs 키프레임만 전송 — 실험으로 측정할 핵심 그래프 (예시 수치)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3840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180136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−76%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64692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절감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46920" y="2286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키프레임 8장 기준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80960" y="3154680"/>
            <a:ext cx="3840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09560" y="32644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−70%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646920" y="3337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토큰/비용 절감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46920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데이터 급감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680960" y="4617720"/>
            <a:ext cx="3840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909560" y="47274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동등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9646920" y="4800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품질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46920" y="5212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 그라운딩으로 보완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4937760" cy="365760"/>
          </a:xfrm>
          <a:prstGeom prst="roundRect">
            <a:avLst>
              <a:gd name="adj" fmla="val 50000"/>
            </a:avLst>
          </a:prstGeom>
          <a:solidFill>
            <a:srgbClr val="FF632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엔지니어링 — '여러 번 실험'의 근거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실험 하네스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backend/experiments/run_harness.py — 프롬프트 변형 × 입력방식을 자동으로 돌려 지표를 CSV로 기록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10652760" cy="987552"/>
          </a:xfrm>
          <a:prstGeom prst="roundRect">
            <a:avLst>
              <a:gd name="adj" fmla="val 7407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752344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77440" y="2752344"/>
            <a:ext cx="8869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V0~V4 (역할강화·Few-shot·CoT·CV메타주입) × 입력 I0~I3 (전체영상·키프레임8·4·링크)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749040"/>
            <a:ext cx="10652760" cy="987552"/>
          </a:xfrm>
          <a:prstGeom prst="roundRect">
            <a:avLst>
              <a:gd name="adj" fmla="val 7407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895344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0" y="3895344"/>
            <a:ext cx="8869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충족률 · 타임스탬프 정합성(CV 컷과 오차) · 일관성 · 지연 · 토큰 · 사람 루브릭(5점)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4892040"/>
            <a:ext cx="10652760" cy="987552"/>
          </a:xfrm>
          <a:prstGeom prst="roundRect">
            <a:avLst>
              <a:gd name="adj" fmla="val 7407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5038344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77440" y="5038344"/>
            <a:ext cx="8869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조합 도출: V4(CV 그라운딩) × I1(키프레임) → 환각↓, 타임스탬프 오차↓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분배 (3~4명)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CV 엔지니어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F1~F4 프레임추출·샷경계·옵티컬플로우·키프레임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· CV 모듈 · 알고리즘 검증 · 지표 그래프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371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AI/프롬프트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F5 속도최적화 · 프롬프트 실험 하네스 · 모델 고정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· 프롬프트 세트 · 실험표 · 평가 루브릭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· 프론트/풀스택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4389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통합·시각화 · 백엔드 프록시(키 은닉) · 버그픽스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· React 통합 · FastAPI 연동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36118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· 기획/발표/QA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4389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발표자료·README · 데모 시나리오 · 테스트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5120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· PPT · 데모 영상 · 체크리스트 (3명이면 분담)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— 오늘(5/24) → 기말 2주차(6/12)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1554480" cy="1417320"/>
          </a:xfrm>
          <a:prstGeom prst="rect">
            <a:avLst/>
          </a:prstGeom>
          <a:solidFill>
            <a:srgbClr val="13151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5/24 – 5/31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57276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0" y="2084832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프레임추출+샷경계 MVP · 백엔드 프록시(키 은닉) · 실존 모델 고정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971800"/>
            <a:ext cx="1554480" cy="1417320"/>
          </a:xfrm>
          <a:prstGeom prst="rect">
            <a:avLst/>
          </a:prstGeom>
          <a:solidFill>
            <a:srgbClr val="13151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6/1 – 6/7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317296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CV·실험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77440" y="3685032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옵티컬플로우 템포·키프레임선정 · 속도 before/after 측정 · 프롬프트 실험 1차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572000"/>
            <a:ext cx="1554480" cy="1417320"/>
          </a:xfrm>
          <a:prstGeom prst="rect">
            <a:avLst/>
          </a:prstGeom>
          <a:solidFill>
            <a:srgbClr val="FF632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00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6/8 – 6/12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477316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통합·발표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377440" y="5285232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엔드투엔드 통합 · 실험 결론 · 발표자료·데모 (기말주간이라 신규코드 최소)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FF632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18872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F632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발표에서 보여줄 것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CV가 들어간 '진짜' 바이럴 분석기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샷 경계 검출 정확도 (정답 컷과 P/R/F1 비교)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옵티컬 플로우 모션 그래프 → 템포 수치화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속도·비용 최적화 그래프 (전체영상 vs 키프레임)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실험표 (정량 근거) + 키 은닉 보안 다이어그램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github.com/iluv4/viralcraft-ai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ViralCraft AI — 컴퓨터비전 프로젝트</dc:title>
  <dc:subject>PptxGenJS Presentation</dc:subject>
  <dc:creator>ViralCraft AI Team</dc:creator>
  <cp:lastModifiedBy>ViralCraft AI Team</cp:lastModifiedBy>
  <cp:revision>1</cp:revision>
  <dcterms:created xsi:type="dcterms:W3CDTF">2026-05-24T13:15:56Z</dcterms:created>
  <dcterms:modified xsi:type="dcterms:W3CDTF">2026-05-24T13:15:56Z</dcterms:modified>
</cp:coreProperties>
</file>